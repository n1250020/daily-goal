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8767C3-28B1-EC41-AA4E-4FDAE4C30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44C6F6-65A8-DD70-E77D-2C4F58F79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D696D-819C-5BC3-3665-01AA722B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12ED2B-6045-2C89-7ED0-FEC9C4FB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BE8FCD-7BF4-E0B2-7D4D-8AE3DC94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676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099786-9EE3-DC09-0151-94F120EC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F356C5-88A1-CD09-42A9-55FEBCF10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1B31BD-41E5-F6C6-7C03-E5330E64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DCB614-510A-5ACF-7FF7-492CBA43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081738-6DCD-37B1-AAB5-EFE6E0A5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44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2DBFB-22C6-26E9-8CBA-FBA0B355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EC6E34-B072-56C0-C294-48575DD08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BFA6DD-CAFC-B574-0B03-92F701CC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4C40AA-BA67-BB7B-6504-B770244F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DAE7D2-2677-045F-A762-1B681A4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76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ADD63-4633-D2EB-17F0-5E95EFDA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C29D1C-190E-8FF4-8A09-C68A765F8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537121-B74D-93BF-A4ED-73229240A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63CE1B-8E52-3DD2-EC23-968A430B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2868A2-82E3-3244-9ECA-36F064A9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5697E4-D467-50E0-4C7B-6AC593D4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79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4351A3-11BB-C01C-1999-53E0E3AC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E494EA-5FAA-1094-58B5-17FCA5B8E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3CA83B-234E-F2AC-65E7-F5242EAA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E7B784A-65BC-8859-CAD3-639536A4D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674BB6-BFB4-8A9A-8A20-CDF85AC86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890429-4559-B0F9-18E4-B51948BA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CA1CCB7-C9B8-3DF1-26E0-476EFBE9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F93AF2-19A5-4545-BE4A-ECD71B16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41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44179-0A6D-CB23-E84B-B86429500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31E29B-28FC-7F67-ACC3-6C4579197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A57D441-483C-36CF-3255-0FE0BA21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32EA9B-44F3-0990-3575-CF2B7821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39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BC3A8BF-BC9E-C6E2-3A04-284910BF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2D8B93-5E25-1766-D19A-94B73BCE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ABCA36-D57F-1B98-05DC-E5D75C06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900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09806C-C82F-9670-BA1E-459A75F1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2DFBB5-F0A7-D0D2-683D-C4F4C8C5D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82B728-0287-98D9-A97F-20276A25C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2F73B7-C12B-C37A-20E4-95CD4F70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C8AAA9-6C27-B1B2-10FB-2509CDD8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C7F494-7EB2-3A7C-B3C5-1B245764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614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94631F-2F52-A29C-8225-159C5FA4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050093-119E-C28E-2A11-37EE2292C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99CBD8-A2F8-B527-7367-896F40240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371CE9-4BDC-D3FB-A022-EDADA0BD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44A78B-19CB-97EF-727A-4B3EE1625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A1B283-328E-8E41-569A-9CB6C650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523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3472C-8248-0E0A-0262-A56AEEC2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F55DAA-E5F8-8D93-122D-5CE41B41D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F3067-0599-17C4-008F-98463AB5B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F8DCE0-1BE6-279A-F1F3-C52DA871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2E96A4-025C-56BE-427A-724E50E9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040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3CAFFE2-C997-7F22-C6A0-15BFD8EF5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453378-DD68-28E5-A3F4-49A849839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73BED-1D9D-91DD-1DC1-B905CEFD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A80E13-11F2-FA88-FE04-5F3BF7C8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4A5D4-07DF-0BFD-838E-1B92B93D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611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6231065-F612-F793-2E0E-9F68CBA6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8FC48C-482B-AA7E-DA5B-7D6E35D3C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8B676D-67D5-0BD5-05B4-6C45B7994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8BAFB-8CB0-49B5-B44D-94E71C001308}" type="datetimeFigureOut">
              <a:rPr kumimoji="1" lang="ja-JP" altLang="en-US" smtClean="0"/>
              <a:t>2026/1/23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DA3973-2768-B839-83ED-FC6DB46C6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D2D188-7538-F1FB-7139-7B005AB83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43F3D-1DFB-4C94-B091-FAB40EC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00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A6A116-5C25-AAD0-0EEF-F880E011DED4}"/>
              </a:ext>
            </a:extLst>
          </p:cNvPr>
          <p:cNvSpPr/>
          <p:nvPr/>
        </p:nvSpPr>
        <p:spPr>
          <a:xfrm>
            <a:off x="343668" y="1828800"/>
            <a:ext cx="1607871" cy="969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ログイン画面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5870C1E-124E-063A-44EC-A35046FB3EA0}"/>
              </a:ext>
            </a:extLst>
          </p:cNvPr>
          <p:cNvSpPr/>
          <p:nvPr/>
        </p:nvSpPr>
        <p:spPr>
          <a:xfrm>
            <a:off x="343668" y="374353"/>
            <a:ext cx="1607871" cy="9696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ログイン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エラー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ダイアログ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924BB92-FA11-FB75-62FD-74BEB13CA567}"/>
              </a:ext>
            </a:extLst>
          </p:cNvPr>
          <p:cNvCxnSpPr>
            <a:cxnSpLocks/>
            <a:stCxn id="2" idx="0"/>
            <a:endCxn id="3" idx="2"/>
          </p:cNvCxnSpPr>
          <p:nvPr/>
        </p:nvCxnSpPr>
        <p:spPr>
          <a:xfrm flipV="1">
            <a:off x="1147604" y="1343985"/>
            <a:ext cx="0" cy="4848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ECAB48A-9F62-55BB-0FF1-6917D3400CCE}"/>
              </a:ext>
            </a:extLst>
          </p:cNvPr>
          <p:cNvSpPr txBox="1"/>
          <p:nvPr/>
        </p:nvSpPr>
        <p:spPr>
          <a:xfrm>
            <a:off x="349805" y="1401726"/>
            <a:ext cx="74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失敗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548059-36F8-B4A7-1A2A-9AEBA386DCD6}"/>
              </a:ext>
            </a:extLst>
          </p:cNvPr>
          <p:cNvSpPr/>
          <p:nvPr/>
        </p:nvSpPr>
        <p:spPr>
          <a:xfrm>
            <a:off x="3270976" y="374353"/>
            <a:ext cx="1607871" cy="969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ホーム</a:t>
            </a:r>
            <a:r>
              <a:rPr kumimoji="1" lang="ja-JP" altLang="en-US" b="1" dirty="0"/>
              <a:t>画面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0533AFA-83A4-CB1A-3572-B60378AC8F56}"/>
              </a:ext>
            </a:extLst>
          </p:cNvPr>
          <p:cNvSpPr txBox="1"/>
          <p:nvPr/>
        </p:nvSpPr>
        <p:spPr>
          <a:xfrm>
            <a:off x="2611257" y="432095"/>
            <a:ext cx="64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成功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088A18F-FC9A-9C27-72E8-1AC7B2791562}"/>
              </a:ext>
            </a:extLst>
          </p:cNvPr>
          <p:cNvSpPr/>
          <p:nvPr/>
        </p:nvSpPr>
        <p:spPr>
          <a:xfrm>
            <a:off x="3279159" y="1909977"/>
            <a:ext cx="1607871" cy="12993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メアド</a:t>
            </a:r>
            <a:endParaRPr lang="en-US" altLang="ja-JP" b="1" dirty="0"/>
          </a:p>
          <a:p>
            <a:pPr algn="ctr"/>
            <a:r>
              <a:rPr lang="ja-JP" altLang="en-US" b="1" dirty="0"/>
              <a:t>ユーザー名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パスワード</a:t>
            </a:r>
            <a:endParaRPr kumimoji="1" lang="en-US" altLang="ja-JP" b="1" dirty="0"/>
          </a:p>
          <a:p>
            <a:pPr algn="ctr"/>
            <a:r>
              <a:rPr lang="ja-JP" altLang="en-US" b="1" dirty="0"/>
              <a:t>登録</a:t>
            </a:r>
            <a:endParaRPr kumimoji="1" lang="ja-JP" altLang="en-US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39825D9-0725-5F56-B05C-5A1E3F17745A}"/>
              </a:ext>
            </a:extLst>
          </p:cNvPr>
          <p:cNvSpPr txBox="1"/>
          <p:nvPr/>
        </p:nvSpPr>
        <p:spPr>
          <a:xfrm>
            <a:off x="2055868" y="2600378"/>
            <a:ext cx="121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新規登録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B3C2BF1-B62B-343D-6237-83FE0057ACE8}"/>
              </a:ext>
            </a:extLst>
          </p:cNvPr>
          <p:cNvSpPr/>
          <p:nvPr/>
        </p:nvSpPr>
        <p:spPr>
          <a:xfrm>
            <a:off x="343667" y="3577264"/>
            <a:ext cx="1607871" cy="969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登録した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メアドにパスワードを送る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666E329-F94A-5622-84C7-DF2EBC5C6556}"/>
              </a:ext>
            </a:extLst>
          </p:cNvPr>
          <p:cNvSpPr txBox="1"/>
          <p:nvPr/>
        </p:nvSpPr>
        <p:spPr>
          <a:xfrm>
            <a:off x="0" y="3004855"/>
            <a:ext cx="926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忘れた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6EF253F-F18A-E58B-AF3C-67AF0640B715}"/>
              </a:ext>
            </a:extLst>
          </p:cNvPr>
          <p:cNvSpPr txBox="1"/>
          <p:nvPr/>
        </p:nvSpPr>
        <p:spPr>
          <a:xfrm>
            <a:off x="1460583" y="3010436"/>
            <a:ext cx="73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戻る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BF26FBBC-B1CD-6B86-0438-7AE746606589}"/>
              </a:ext>
            </a:extLst>
          </p:cNvPr>
          <p:cNvCxnSpPr>
            <a:cxnSpLocks/>
          </p:cNvCxnSpPr>
          <p:nvPr/>
        </p:nvCxnSpPr>
        <p:spPr>
          <a:xfrm flipH="1">
            <a:off x="877579" y="2798432"/>
            <a:ext cx="1" cy="77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2A7EED81-A7C1-56C5-F3A2-2DB8D512F06E}"/>
              </a:ext>
            </a:extLst>
          </p:cNvPr>
          <p:cNvCxnSpPr>
            <a:cxnSpLocks/>
          </p:cNvCxnSpPr>
          <p:nvPr/>
        </p:nvCxnSpPr>
        <p:spPr>
          <a:xfrm flipV="1">
            <a:off x="1417627" y="2805686"/>
            <a:ext cx="1" cy="778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162350AA-39B8-B6DA-5688-20C5A5909A4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951538" y="859169"/>
            <a:ext cx="1319438" cy="12156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3C639093-FF14-C9FD-247B-C29405A71C44}"/>
              </a:ext>
            </a:extLst>
          </p:cNvPr>
          <p:cNvCxnSpPr>
            <a:cxnSpLocks/>
          </p:cNvCxnSpPr>
          <p:nvPr/>
        </p:nvCxnSpPr>
        <p:spPr>
          <a:xfrm>
            <a:off x="1956653" y="2559652"/>
            <a:ext cx="13092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9F8B421D-AA8A-E7E1-A49E-63A9BB99EB3D}"/>
              </a:ext>
            </a:extLst>
          </p:cNvPr>
          <p:cNvSpPr/>
          <p:nvPr/>
        </p:nvSpPr>
        <p:spPr>
          <a:xfrm>
            <a:off x="3279159" y="4546896"/>
            <a:ext cx="1607871" cy="9696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エラー</a:t>
            </a:r>
            <a:endParaRPr kumimoji="1" lang="en-US" altLang="ja-JP" b="1" dirty="0"/>
          </a:p>
          <a:p>
            <a:pPr algn="ctr"/>
            <a:r>
              <a:rPr kumimoji="1" lang="ja-JP" altLang="en-US" b="1" dirty="0"/>
              <a:t>ダイアログ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AA81CF2-32B9-0C9B-3075-FCE55135A17E}"/>
              </a:ext>
            </a:extLst>
          </p:cNvPr>
          <p:cNvCxnSpPr>
            <a:cxnSpLocks/>
            <a:stCxn id="17" idx="2"/>
            <a:endCxn id="65" idx="0"/>
          </p:cNvCxnSpPr>
          <p:nvPr/>
        </p:nvCxnSpPr>
        <p:spPr>
          <a:xfrm>
            <a:off x="4083095" y="3209326"/>
            <a:ext cx="0" cy="1337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57432A83-D8CF-B299-9435-B9B86DE2BA67}"/>
              </a:ext>
            </a:extLst>
          </p:cNvPr>
          <p:cNvSpPr txBox="1"/>
          <p:nvPr/>
        </p:nvSpPr>
        <p:spPr>
          <a:xfrm>
            <a:off x="2424075" y="3495252"/>
            <a:ext cx="1654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ユーザー名が既に使用済み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922CCCC-B639-6C9A-17F3-9487D3D043C5}"/>
              </a:ext>
            </a:extLst>
          </p:cNvPr>
          <p:cNvSpPr txBox="1"/>
          <p:nvPr/>
        </p:nvSpPr>
        <p:spPr>
          <a:xfrm>
            <a:off x="4083093" y="3495252"/>
            <a:ext cx="1857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パスワードの</a:t>
            </a:r>
            <a:endParaRPr kumimoji="1" lang="en-US" altLang="ja-JP" dirty="0"/>
          </a:p>
          <a:p>
            <a:r>
              <a:rPr kumimoji="1" lang="ja-JP" altLang="en-US" dirty="0"/>
              <a:t>二重確認で</a:t>
            </a:r>
            <a:endParaRPr kumimoji="1" lang="en-US" altLang="ja-JP" dirty="0"/>
          </a:p>
          <a:p>
            <a:r>
              <a:rPr kumimoji="1" lang="ja-JP" altLang="en-US" dirty="0"/>
              <a:t>ミス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E117090-0751-6611-6AA7-53792BE317D0}"/>
              </a:ext>
            </a:extLst>
          </p:cNvPr>
          <p:cNvSpPr/>
          <p:nvPr/>
        </p:nvSpPr>
        <p:spPr>
          <a:xfrm>
            <a:off x="7264060" y="374353"/>
            <a:ext cx="1607871" cy="969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AI</a:t>
            </a:r>
            <a:endParaRPr kumimoji="1" lang="ja-JP" altLang="en-US" b="1" dirty="0"/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33F9BCD9-57A9-3F50-8AB7-50882A98BE18}"/>
              </a:ext>
            </a:extLst>
          </p:cNvPr>
          <p:cNvCxnSpPr>
            <a:cxnSpLocks/>
          </p:cNvCxnSpPr>
          <p:nvPr/>
        </p:nvCxnSpPr>
        <p:spPr>
          <a:xfrm>
            <a:off x="4887030" y="509365"/>
            <a:ext cx="23770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95DBA26C-170F-4179-CA09-5CB6CE62F0F1}"/>
              </a:ext>
            </a:extLst>
          </p:cNvPr>
          <p:cNvCxnSpPr>
            <a:cxnSpLocks/>
          </p:cNvCxnSpPr>
          <p:nvPr/>
        </p:nvCxnSpPr>
        <p:spPr>
          <a:xfrm flipH="1">
            <a:off x="4878847" y="718020"/>
            <a:ext cx="23852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5D95C94C-23AE-6609-8F38-F3BBF054898B}"/>
              </a:ext>
            </a:extLst>
          </p:cNvPr>
          <p:cNvSpPr txBox="1"/>
          <p:nvPr/>
        </p:nvSpPr>
        <p:spPr>
          <a:xfrm>
            <a:off x="6439665" y="760001"/>
            <a:ext cx="81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戻る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495EC84C-0ABB-E97E-D048-D29848EE133A}"/>
              </a:ext>
            </a:extLst>
          </p:cNvPr>
          <p:cNvSpPr txBox="1"/>
          <p:nvPr/>
        </p:nvSpPr>
        <p:spPr>
          <a:xfrm>
            <a:off x="5176487" y="92056"/>
            <a:ext cx="183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メニューで選択</a:t>
            </a: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7C90967A-4CC2-858C-8D40-2AD01D807727}"/>
              </a:ext>
            </a:extLst>
          </p:cNvPr>
          <p:cNvSpPr/>
          <p:nvPr/>
        </p:nvSpPr>
        <p:spPr>
          <a:xfrm>
            <a:off x="7264060" y="2595913"/>
            <a:ext cx="1607871" cy="969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設定</a:t>
            </a:r>
          </a:p>
        </p:txBody>
      </p:sp>
      <p:cxnSp>
        <p:nvCxnSpPr>
          <p:cNvPr id="92" name="コネクタ: カギ線 91">
            <a:extLst>
              <a:ext uri="{FF2B5EF4-FFF2-40B4-BE49-F238E27FC236}">
                <a16:creationId xmlns:a16="http://schemas.microsoft.com/office/drawing/2014/main" id="{A65DB618-1014-B22D-D504-6D5B4604F4F3}"/>
              </a:ext>
            </a:extLst>
          </p:cNvPr>
          <p:cNvCxnSpPr>
            <a:cxnSpLocks/>
          </p:cNvCxnSpPr>
          <p:nvPr/>
        </p:nvCxnSpPr>
        <p:spPr>
          <a:xfrm>
            <a:off x="4887030" y="1075358"/>
            <a:ext cx="2393396" cy="1821265"/>
          </a:xfrm>
          <a:prstGeom prst="bentConnector3">
            <a:avLst>
              <a:gd name="adj1" fmla="val 546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コネクタ: カギ線 97">
            <a:extLst>
              <a:ext uri="{FF2B5EF4-FFF2-40B4-BE49-F238E27FC236}">
                <a16:creationId xmlns:a16="http://schemas.microsoft.com/office/drawing/2014/main" id="{A42ED6ED-9E7F-1884-2936-E64AF75C6057}"/>
              </a:ext>
            </a:extLst>
          </p:cNvPr>
          <p:cNvCxnSpPr>
            <a:cxnSpLocks/>
          </p:cNvCxnSpPr>
          <p:nvPr/>
        </p:nvCxnSpPr>
        <p:spPr>
          <a:xfrm rot="10800000">
            <a:off x="4878853" y="1240364"/>
            <a:ext cx="2393390" cy="2037306"/>
          </a:xfrm>
          <a:prstGeom prst="bentConnector3">
            <a:avLst>
              <a:gd name="adj1" fmla="val 558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2B02F484-C7E8-5272-18C0-6041EE8D4CBC}"/>
              </a:ext>
            </a:extLst>
          </p:cNvPr>
          <p:cNvSpPr txBox="1"/>
          <p:nvPr/>
        </p:nvSpPr>
        <p:spPr>
          <a:xfrm>
            <a:off x="6153294" y="1828800"/>
            <a:ext cx="183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メニューで選択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023BA802-ACE8-C27C-2D66-AAF2C869C27A}"/>
              </a:ext>
            </a:extLst>
          </p:cNvPr>
          <p:cNvSpPr txBox="1"/>
          <p:nvPr/>
        </p:nvSpPr>
        <p:spPr>
          <a:xfrm>
            <a:off x="5225566" y="1828800"/>
            <a:ext cx="81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戻る</a:t>
            </a: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95AA03B2-E45F-23E9-7DB3-4BABBA77682E}"/>
              </a:ext>
            </a:extLst>
          </p:cNvPr>
          <p:cNvCxnSpPr>
            <a:cxnSpLocks/>
            <a:stCxn id="17" idx="0"/>
            <a:endCxn id="8" idx="2"/>
          </p:cNvCxnSpPr>
          <p:nvPr/>
        </p:nvCxnSpPr>
        <p:spPr>
          <a:xfrm flipH="1" flipV="1">
            <a:off x="4074912" y="1343985"/>
            <a:ext cx="8183" cy="565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61D13783-C27F-3F1C-5091-1D4AFD05CB3C}"/>
              </a:ext>
            </a:extLst>
          </p:cNvPr>
          <p:cNvSpPr txBox="1"/>
          <p:nvPr/>
        </p:nvSpPr>
        <p:spPr>
          <a:xfrm>
            <a:off x="3018329" y="1472301"/>
            <a:ext cx="114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登録成功</a:t>
            </a:r>
          </a:p>
        </p:txBody>
      </p:sp>
    </p:spTree>
    <p:extLst>
      <p:ext uri="{BB962C8B-B14F-4D97-AF65-F5344CB8AC3E}">
        <p14:creationId xmlns:p14="http://schemas.microsoft.com/office/powerpoint/2010/main" val="3026908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49</Words>
  <Application>Microsoft Office PowerPoint</Application>
  <PresentationFormat>ワイド画面</PresentationFormat>
  <Paragraphs>29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田中 雅人</dc:creator>
  <cp:lastModifiedBy>田中 雅人</cp:lastModifiedBy>
  <cp:revision>3</cp:revision>
  <dcterms:created xsi:type="dcterms:W3CDTF">2026-01-23T00:17:07Z</dcterms:created>
  <dcterms:modified xsi:type="dcterms:W3CDTF">2026-01-23T01:12:03Z</dcterms:modified>
</cp:coreProperties>
</file>