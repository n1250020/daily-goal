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3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F618D8-E6FC-6C08-4DD8-6735C2BCA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93CA52-902F-746E-CFC9-AF34B2F9C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5971DA-0763-0945-F19D-082784FD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346A07-7855-0477-82B2-6612FCF4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371C13-328B-ED7F-AFCC-9388643B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49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21950F-BF60-9C95-E462-4405F015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CAF6F5-4EAD-2E07-6A23-E24D5D3EC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27E07E-3B86-11A8-CC96-86C6B119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CEB7AD-8512-BC3B-C925-007134CB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14CE51-A714-28F3-8B8C-9384AC68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24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240813-EEE5-6CF9-B8A1-C9D879DD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74E89A-7A14-9747-043B-77D901AD6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C1BA19-CE26-B793-36B1-F78FF1E7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79CAC6-5680-13BF-1AED-EE684DB9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807699-7649-C591-2039-EB39F1BE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41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D7732-9347-CD4C-0907-C127DACC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0FF77D-FE57-8F06-59D1-3D308028D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95E38D-EA9C-24E9-672B-2E7203675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DD9F20-0C99-AB86-D21D-71D8C30C7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9CD154-9E2C-0C31-A505-624BA5F9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F490C7-6711-AE46-13B0-F273383E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127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02F520-134E-1614-144B-7DACAEB8F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E3CA31-1C3C-3878-61C0-3D2A40BD1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2E71F6-C7F5-8275-3F57-5B2C9EF23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E22CADE-D6C8-62E7-B7A5-A3EA5058D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8D7C4B9-D4BE-661C-F8D0-0BED2128E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D18A91-C155-BF65-3851-A2626917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6A137E1-7082-A8F5-1414-07D12A90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8A00DE-2623-C354-5E10-3113768C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814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B7DB2A-A543-C1A1-BB2C-D45A39E4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11ACAB-0CD8-7F9E-3372-8C2D4DB3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B1A2D7-FBBF-9CEA-4FAF-C296269D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8A67E4-53AC-42A1-4201-0079458F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01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988898-F0FB-B580-EBDF-C0F0D88D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FD48B2-BC1E-E103-FDC5-E36D6482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944CFD-20D5-8744-DC66-C09E8DB1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93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EE3B4-4088-D8A4-E410-F9A75CBDA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20F4E6-88A1-3AB5-D8E9-D4F41CB0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D41D6F-5E17-C0D5-28D5-B8BE9F531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837114-F10D-1095-1E12-D4C4A8D4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210119-54C4-62FB-E9E0-AC7BB1B9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ABB1A-FD0A-BAAD-25EA-636FFE5B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734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5AED23-2547-513C-BB8B-499A030BA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8F06B1-8179-7296-8871-84D5CF0C9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EC7B38-2421-3941-6827-7146F1177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4AFD05-61FC-0D3A-0D7F-91AABBF4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CA46AC-7D79-DE1B-CDFC-C3E87F46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D5B8EE-3CDD-B68E-F07B-62BCFC3F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43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E82BA1-55FF-62EC-2492-E95B35D6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5214F8-091C-15EF-C165-23AB3F7B7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0B395D-440A-1778-D7DD-D4AC4013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231C89-1A8B-FB8C-C887-3232A672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9ABAA0-3E12-2B76-BED3-224DBCD5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32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27D1F74-964A-C804-8F78-F4BAA830D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594ACC-E373-DEF1-6DBC-29B544F6D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66B1F1-34EA-5B7C-F719-CAC6DBC9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785A9B-97BE-ADF6-B3F5-26E8C65A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AA38DF-FD8A-B9E2-9048-F9727C64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54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0B411A-99D3-62B8-666F-265F6DCD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D8FBA5-C0E4-2D85-62E0-52B8BE417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D53B5F-10B8-086C-DA49-C5ECD0E68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57793-06A1-4A8F-9701-6BE7BEA31AA4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D097D0-1796-73C7-2DAF-1566DF90C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7331DC-FEEC-516E-7F36-4067BA719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4FA34-6A26-4335-993D-FA7D427BB0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78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26125B-7532-B6D0-D6AA-D47CAE792D88}"/>
              </a:ext>
            </a:extLst>
          </p:cNvPr>
          <p:cNvSpPr/>
          <p:nvPr/>
        </p:nvSpPr>
        <p:spPr>
          <a:xfrm>
            <a:off x="2588754" y="2292693"/>
            <a:ext cx="7014491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カレンダー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49EE0A-5F89-C0B4-21ED-625490EAA4E9}"/>
              </a:ext>
            </a:extLst>
          </p:cNvPr>
          <p:cNvSpPr/>
          <p:nvPr/>
        </p:nvSpPr>
        <p:spPr>
          <a:xfrm>
            <a:off x="0" y="2292695"/>
            <a:ext cx="1595597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前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月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の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レ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ン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ダ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0975965-A0C4-53FB-09CF-90769003D352}"/>
              </a:ext>
            </a:extLst>
          </p:cNvPr>
          <p:cNvSpPr/>
          <p:nvPr/>
        </p:nvSpPr>
        <p:spPr>
          <a:xfrm>
            <a:off x="10596403" y="2292694"/>
            <a:ext cx="1595597" cy="4173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来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月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の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カ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レ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ン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ダ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ー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F3650F0-E221-2F9A-12D9-06E3AD83E4AE}"/>
              </a:ext>
            </a:extLst>
          </p:cNvPr>
          <p:cNvSpPr/>
          <p:nvPr/>
        </p:nvSpPr>
        <p:spPr>
          <a:xfrm>
            <a:off x="2588754" y="1239657"/>
            <a:ext cx="7014491" cy="6382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6AB028-7D57-BE50-5A6A-0F24DDDC3805}"/>
              </a:ext>
            </a:extLst>
          </p:cNvPr>
          <p:cNvSpPr/>
          <p:nvPr/>
        </p:nvSpPr>
        <p:spPr>
          <a:xfrm>
            <a:off x="2588755" y="1237844"/>
            <a:ext cx="3528727" cy="63823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CDE9A4A-A818-A40D-C9F2-D2A5B0D6E2B1}"/>
              </a:ext>
            </a:extLst>
          </p:cNvPr>
          <p:cNvSpPr txBox="1"/>
          <p:nvPr/>
        </p:nvSpPr>
        <p:spPr>
          <a:xfrm>
            <a:off x="5792226" y="1372297"/>
            <a:ext cx="65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50%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83C77A-AF92-4FD5-B71F-B581CA863421}"/>
              </a:ext>
            </a:extLst>
          </p:cNvPr>
          <p:cNvSpPr/>
          <p:nvPr/>
        </p:nvSpPr>
        <p:spPr>
          <a:xfrm>
            <a:off x="0" y="1"/>
            <a:ext cx="12191999" cy="9696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F06AB05-BD8E-7897-882D-B8EC5ED6CCC7}"/>
              </a:ext>
            </a:extLst>
          </p:cNvPr>
          <p:cNvSpPr txBox="1"/>
          <p:nvPr/>
        </p:nvSpPr>
        <p:spPr>
          <a:xfrm>
            <a:off x="2864614" y="224126"/>
            <a:ext cx="147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機能</a:t>
            </a:r>
            <a:r>
              <a:rPr kumimoji="1" lang="en-US" altLang="ja-JP" sz="3200" b="1" dirty="0">
                <a:solidFill>
                  <a:schemeClr val="bg1"/>
                </a:solidFill>
              </a:rPr>
              <a:t>1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D340E4-0531-0F69-29E7-C7D31ADDA28E}"/>
              </a:ext>
            </a:extLst>
          </p:cNvPr>
          <p:cNvSpPr txBox="1"/>
          <p:nvPr/>
        </p:nvSpPr>
        <p:spPr>
          <a:xfrm>
            <a:off x="4834808" y="224125"/>
            <a:ext cx="147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機能</a:t>
            </a:r>
            <a:r>
              <a:rPr kumimoji="1" lang="en-US" altLang="ja-JP" sz="3200" b="1" dirty="0">
                <a:solidFill>
                  <a:schemeClr val="bg1"/>
                </a:solidFill>
              </a:rPr>
              <a:t>2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83626C9-4FDD-654B-1B62-42C42A067F9C}"/>
              </a:ext>
            </a:extLst>
          </p:cNvPr>
          <p:cNvSpPr txBox="1"/>
          <p:nvPr/>
        </p:nvSpPr>
        <p:spPr>
          <a:xfrm>
            <a:off x="6805002" y="224125"/>
            <a:ext cx="147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機能</a:t>
            </a:r>
            <a:r>
              <a:rPr kumimoji="1" lang="en-US" altLang="ja-JP" sz="3200" b="1" dirty="0">
                <a:solidFill>
                  <a:schemeClr val="bg1"/>
                </a:solidFill>
              </a:rPr>
              <a:t>3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E276E08-D7F7-3656-DDB9-F469DB9F6D41}"/>
              </a:ext>
            </a:extLst>
          </p:cNvPr>
          <p:cNvSpPr/>
          <p:nvPr/>
        </p:nvSpPr>
        <p:spPr>
          <a:xfrm>
            <a:off x="67124" y="73683"/>
            <a:ext cx="2589449" cy="816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/>
              <a:t>アプリロゴ</a:t>
            </a:r>
            <a:endParaRPr kumimoji="1" lang="ja-JP" altLang="en-US" sz="32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6EC640-7DC9-3ECB-0C51-A615F32C3C30}"/>
              </a:ext>
            </a:extLst>
          </p:cNvPr>
          <p:cNvSpPr txBox="1"/>
          <p:nvPr/>
        </p:nvSpPr>
        <p:spPr>
          <a:xfrm>
            <a:off x="10930331" y="201613"/>
            <a:ext cx="147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chemeClr val="bg1"/>
                </a:solidFill>
              </a:rPr>
              <a:t>設定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848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27</Words>
  <Application>Microsoft Office PowerPoint</Application>
  <PresentationFormat>ワイド画面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田中 雅人</dc:creator>
  <cp:lastModifiedBy>田中 雅人</cp:lastModifiedBy>
  <cp:revision>9</cp:revision>
  <dcterms:created xsi:type="dcterms:W3CDTF">2026-01-26T01:15:25Z</dcterms:created>
  <dcterms:modified xsi:type="dcterms:W3CDTF">2026-01-28T02:40:45Z</dcterms:modified>
</cp:coreProperties>
</file>